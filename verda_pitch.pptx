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2161520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1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VERDA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Opportunity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· Stablecoin · Emerging Markets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Claude  |  April 13,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37160" cy="5029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</a:t>
            </a:r>
            <a:pPr indent="0" marL="0">
              <a:buNone/>
            </a:pPr>
            <a:r>
              <a:rPr lang="en-US" sz="18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 Ventures — fintech/crypto VC investing in stablecoin-based financial services for emerging markets.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Flagship: </a:t>
            </a:r>
            <a:pPr indent="0" marL="0">
              <a:buNone/>
            </a:pPr>
            <a:r>
              <a:rPr lang="en-US" sz="18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$40M MiniPay Fund, launched with Opera, Jump Crypto, Borderless Capital, and the Celo Foundation.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size: </a:t>
            </a:r>
            <a:pPr indent="0" marL="0">
              <a:buNone/>
            </a:pPr>
            <a:r>
              <a:rPr lang="en-US" sz="18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$100K–$250K early stage · $500K–$2M later stage.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View: </a:t>
            </a:r>
            <a:pPr indent="0" marL="0">
              <a:buNone/>
            </a:pPr>
            <a:r>
              <a:rPr lang="en-US" sz="18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Credible thesis in a structurally underserved market. Move to formal diligence; do not commit blind.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Verda Does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657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371600"/>
            <a:ext cx="3657600" cy="914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Banking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Stablecoin wallets and remittance for the unbanked via the Opera Mini / MiniPay distribution channel.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43400" y="1371600"/>
            <a:ext cx="3657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43400" y="1371600"/>
            <a:ext cx="3657600" cy="914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6459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617720" y="2560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Lending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17720" y="320040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 for 65M+ small businesses across Sub-Saharan Africa, LatAm, and SE Asia.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38160" y="1371600"/>
            <a:ext cx="3657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38160" y="1371600"/>
            <a:ext cx="3657600" cy="914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0" y="16459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8412480" y="2560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Stablecoin Rails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12480" y="320040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Low-cost, instant settlement on Celo — positioning portfolio companies to leapfrog legacy banking.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Opportunity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194560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09728" cy="21945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087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$1.76T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fintech TAM by 2034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971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$461B in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371600"/>
            <a:ext cx="5394960" cy="2194560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9" name="Shape 7"/>
          <p:cNvSpPr/>
          <p:nvPr/>
        </p:nvSpPr>
        <p:spPr>
          <a:xfrm>
            <a:off x="6126480" y="1371600"/>
            <a:ext cx="109728" cy="21945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5087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1B+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6492240" y="2514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Underbanked consumers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92240" y="2971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SSA, LatAm, SEA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5394960" cy="2194560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840480"/>
            <a:ext cx="109728" cy="21945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9776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$10T+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914400" y="4983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stablecoin volume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5440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fastest-growing fintech primitive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26480" y="3840480"/>
            <a:ext cx="5394960" cy="2194560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19" name="Shape 17"/>
          <p:cNvSpPr/>
          <p:nvPr/>
        </p:nvSpPr>
        <p:spPr>
          <a:xfrm>
            <a:off x="6126480" y="3840480"/>
            <a:ext cx="109728" cy="21945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39776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~16%</a:t>
            </a:r>
            <a:endParaRPr lang="en-US" sz="5400" dirty="0"/>
          </a:p>
        </p:txBody>
      </p:sp>
      <p:sp>
        <p:nvSpPr>
          <p:cNvPr id="21" name="Text 19"/>
          <p:cNvSpPr/>
          <p:nvPr/>
        </p:nvSpPr>
        <p:spPr>
          <a:xfrm>
            <a:off x="6492240" y="4983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market CAGR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92240" y="5440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2034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Verda — Funding &amp; Valuation Timeline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 is thin — confirm against data room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3200400"/>
            <a:ext cx="10332720" cy="0"/>
          </a:xfrm>
          <a:prstGeom prst="line">
            <a:avLst/>
          </a:prstGeom>
          <a:noFill/>
          <a:ln w="381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3063240"/>
            <a:ext cx="274320" cy="274320"/>
          </a:xfrm>
          <a:prstGeom prst="ellipse">
            <a:avLst/>
          </a:prstGeom>
          <a:solidFill>
            <a:srgbClr val="F9616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-4572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2023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-45720" y="3520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 Founded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-45720" y="39319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Incline Village, NV. Tokenized Credit Fund 1 (2023 vintage).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20440" y="3063240"/>
            <a:ext cx="274320" cy="274320"/>
          </a:xfrm>
          <a:prstGeom prst="ellipse">
            <a:avLst/>
          </a:prstGeom>
          <a:solidFill>
            <a:srgbClr val="F9616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 2024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514600" y="3520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$40M MiniPay Fund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14600" y="39319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 with Opera, Jump Crypto, Borderless, Celo.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46520" y="3063240"/>
            <a:ext cx="274320" cy="274320"/>
          </a:xfrm>
          <a:prstGeom prst="ellipse">
            <a:avLst/>
          </a:prstGeom>
          <a:solidFill>
            <a:srgbClr val="F9616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4068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2024–25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40680" y="3520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Deployment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40680" y="39319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bets across SSA, LatAm, SEA fintech.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89720" y="3063240"/>
            <a:ext cx="274320" cy="274320"/>
          </a:xfrm>
          <a:prstGeom prst="ellipse">
            <a:avLst/>
          </a:prstGeom>
          <a:solidFill>
            <a:srgbClr val="F9616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8388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2025–26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183880" y="3520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Scale-Up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83880" y="39319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on PitchBook, Crunchbase. AUM non-public.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303520"/>
            <a:ext cx="11064240" cy="1188720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5303520"/>
            <a:ext cx="109728" cy="1188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394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anchor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57607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into fund: request TVPI/DPI/IRR + top-3 markups.   ·   Direct portco: EM fintech comps — Seed $8–15M, Series A $25–60M, Series B $80–200M post.   ·   GP equity: 10–20x forward fee + carry NPV (rare deal).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Comparable Firms &amp; Funds</a:t>
            </a:r>
            <a:endParaRPr lang="en-US" sz="3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017520"/>
                <a:gridCol w="1828800"/>
                <a:gridCol w="34747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 / Fund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Size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Backers / Edge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Verda Ventures (MiniPay)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Stablecoin fintech in 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$100K–$2M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Opera, Jump, Borderless, Celo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Jump Crypto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Crypto infra &amp; stablecoin rails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$1M–$50M+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Jump Trading balance sheet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Flourish Ventures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Fintech for financial health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$1M–$15M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Omidyar Network spin-out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Quona Capital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fintech (Africa, LatAm, Asia)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$2M–$15M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Accion + DFIs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Variant Fund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Crypto / web3 consumer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$500K–$10M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Crypto-native LPs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Differentiator: only fund with Opera distribution + Celo infra + Jump capital stack.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Founders Fund — Can You Invest Blind?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answer: no. Strong signal, not a substitute for diligence.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03520" cy="4846320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54480"/>
            <a:ext cx="109728" cy="4846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Fund at a glance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49377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$17B</a:t>
            </a:r>
            <a:endParaRPr lang="en-US" sz="3600" dirty="0"/>
          </a:p>
          <a:p>
            <a:pPr indent="0" marL="0">
              <a:buNone/>
            </a:pPr>
            <a:r>
              <a:rPr lang="en-US" sz="1300" dirty="0">
                <a:solidFill>
                  <a:srgbClr val="5A62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AUM (2025)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$4.6B</a:t>
            </a:r>
            <a:endParaRPr lang="en-US" sz="3600" dirty="0"/>
          </a:p>
          <a:p>
            <a:pPr indent="0" marL="0">
              <a:buNone/>
            </a:pPr>
            <a:r>
              <a:rPr lang="en-US" sz="1300" dirty="0">
                <a:solidFill>
                  <a:srgbClr val="5A62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Fund III (raised 2025)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36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555 / 49 / 28 / 124</a:t>
            </a:r>
            <a:endParaRPr lang="en-US" sz="3600" dirty="0"/>
          </a:p>
          <a:p>
            <a:pPr indent="0" marL="0">
              <a:buNone/>
            </a:pPr>
            <a:r>
              <a:rPr lang="en-US" sz="1300" dirty="0">
                <a:solidFill>
                  <a:srgbClr val="5A62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companies / unicorns / IPOs / M&amp;A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21792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'invest blind'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17920" y="2194560"/>
            <a:ext cx="55778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Power-law reality.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FF portco returns are &lt;1x; fund wins on a few outliers. Single-name buyers don't get that diversification.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price matters.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 enters Series A/B. Retail / SPV access is often 5–20x their cost basis.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Thiel ≠ FF.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Thiel invests via Thiel Capital and Mithril; not all 'Thiel' names are FF deals. Confirm the entity.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vs. safety.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 backing lowers fraud risk. It does not lower valuation or market-timing risk.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Risks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6576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9164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63040" y="1691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controls or stablecoin bans in core corridors (Nigeria, India, Brazil).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371600"/>
            <a:ext cx="36576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69164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257800" y="1691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Stablecoin Risk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17720" y="22860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Depeg or counterparty exposure at USDC / USDT / cUSD issuer level.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1371600"/>
            <a:ext cx="36576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12480" y="169164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052560" y="1691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12480" y="22860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on Opera Mini / MiniPay — single-channel dependency.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36576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406908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463040" y="4069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" y="46634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fintech exits are historically 7–10 years; DPI is slow.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343400" y="3749040"/>
            <a:ext cx="36576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17720" y="406908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5" name="Text 23"/>
          <p:cNvSpPr/>
          <p:nvPr/>
        </p:nvSpPr>
        <p:spPr>
          <a:xfrm>
            <a:off x="461772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257800" y="4069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Track Record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617720" y="46634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 limited track record; needs reference checks and LP calls.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138160" y="3749040"/>
            <a:ext cx="36576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412480" y="406908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0" name="Text 28"/>
          <p:cNvSpPr/>
          <p:nvPr/>
        </p:nvSpPr>
        <p:spPr>
          <a:xfrm>
            <a:off x="841248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052560" y="4069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Volatility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12480" y="46634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currency swings can erode portfolio returns absent hedging.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Diligence Checklist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37160" cy="48463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105156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interest, SAFE, SPV, or direct equity? Pro-rata rights?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fee, carry, hurdle, GP commitment?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record, prior exits, skin in the game?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markups, step-ups on follow-ons, concentration limits?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 NAV, quarterly cadence, LPAC observer rights?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policy: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hedging, stablecoin exposure, country concentration caps?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Lock-up, transfer rights, secondary market?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 to formal diligence.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10972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Verda thesis is credible. Stablecoin-native fintech for emerging markets is one of the better-structured VC bets in the current cycle, and Verda's Opera + Celo + Jump stack is genuinely differentiated.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However — the specific investment terms, GP track record, and portfolio health are not publicly disclosed. Commit only after data room review, two independent LP references, and a qualified legal/tax review of the fund documents.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(1) confirm entity  ·  (2) request LPA + deck  ·  (3) GP call  ·  (4) independent comp valuation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Verda — Investment Opportunity</dc:title>
  <dc:subject>PptxGenJS Presentation</dc:subject>
  <dc:creator>Claude</dc:creator>
  <cp:lastModifiedBy>Claude</cp:lastModifiedBy>
  <cp:revision>1</cp:revision>
  <dcterms:created xsi:type="dcterms:W3CDTF">2026-04-13T16:58:50Z</dcterms:created>
  <dcterms:modified xsi:type="dcterms:W3CDTF">2026-04-13T16:58:50Z</dcterms:modified>
</cp:coreProperties>
</file>